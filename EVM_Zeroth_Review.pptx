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858000" cy="6858000"/>
          </a:xfrm>
          <a:prstGeom prst="ellipse">
            <a:avLst/>
          </a:prstGeom>
          <a:solidFill>
            <a:srgbClr val="24326F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24326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PROJECT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Logic-Based Electronic Voting Machine for Institutional Elections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Finite State Machine Approach to Voter Authorization, Vote Locking, and Tallying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Computing – I
</a:t>
            </a:r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Project by Four B.E. Computer Science Engineering Students
</a:t>
            </a:r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Motivation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for a hardware digital-logic voting system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9443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discrete-logic, microcontroller, and government-grade EVM 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46557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and Problem Statement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313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current approaches leave unaddressed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35254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7183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achieve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76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/ Block Diagram / Framework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052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FSM, latch, register, and display architecture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6263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263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61264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6492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consulted for this review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paper ballot elections are procedurally slow and susceptible to manual counting error.</a:t>
            </a:r>
            <a:endParaRPr lang="en-US" sz="1550" dirty="0"/>
          </a:p>
          <a:p>
            <a:pPr algn="l"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microcontroller-based EVM implementations enforce vote integrity through program logic, which is only as dependable as the firmware executing it.</a:t>
            </a:r>
            <a:endParaRPr lang="en-US" sz="1550" dirty="0"/>
          </a:p>
          <a:p>
            <a:pPr algn="l"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Computing – I builds foundational understanding of Boolean algebra, combinational and sequential circuits, and computer architecture through the Nand2Tetris platform.</a:t>
            </a:r>
            <a:endParaRPr lang="en-US" sz="1550" dirty="0"/>
          </a:p>
          <a:p>
            <a:pPr algn="l"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translate these first-principles digital logic concepts into a genuinely deployable voting system for a real institutional election, rather than a simulated laboratory exercise.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52360" y="1417320"/>
            <a:ext cx="4160520" cy="4572000"/>
          </a:xfrm>
          <a:prstGeom prst="roundRect">
            <a:avLst>
              <a:gd name="adj" fmla="val 263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0392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Hardware Logic?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25146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authorization and vote-locking are enforced directly in gate-level circuits, not software conditionals — a tamper-resistant design philosophy rather than a firmware assumption.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4251960"/>
            <a:ext cx="3474720" cy="0"/>
          </a:xfrm>
          <a:prstGeom prst="line">
            <a:avLst/>
          </a:prstGeom>
          <a:noFill/>
          <a:ln w="12700">
            <a:solidFill>
              <a:srgbClr val="D6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434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0" y="5074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core voting logic realized in hardware, not firmware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9AA5B8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18488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Hoque (2014)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Simplified EVM Using Discrete Logic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 discrete-logic EVM built from elementary gates, counters, and switches with no programmable memory element, establishing feasibility of pure logic-based vote counting.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9AA5B8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18488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54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Maheswari &amp; Dhenakaran (2017)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Voting Using EVM Systems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EVM adoption benefits over paper ballots, while noting that voter-authentication concerns persist across existing systems.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9AA5B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41648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IJETT (2016)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EVM Design Using Microcontroller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 microcontroller and PCB-realized EVM handling candidate selection and tallying, with core control logic residing in firmware.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3840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9AA5B8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4041648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Wolchok et al. (2010)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Analysis of India's EVMs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hardware-level tampering vulnerabilities in certified government EVMs, underscoring that security must be designed at the circuit level rather than assumed.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academic EVM prototypes are either simulation-only demonstrations with a small fixed voter count, or are microcontroller-driven, placing core vote-integrity logic inside firmware rather than hardware.</a:t>
            </a:r>
            <a:endParaRPr lang="en-US" sz="1400" dirty="0"/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documented work validates a discrete-logic-only vote-lock and tally mechanism through an actual real-world institutional deployment.</a:t>
            </a:r>
            <a:endParaRPr lang="en-US" sz="1400" dirty="0"/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studies of government-grade EVMs show that even certified hardware is not immune to tampering, reinforcing the need for transparent, low-cost, logic-level designs suited to educational and institutional-scale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1064240" cy="20574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design and deploy a low-cost, discrete digital logic-based electronic voting machine that enforces voter authorization, one-vote-per-voter locking, and vote tallying entirely through combinational and sequential circuits — validated through genuine use in an institutional election rather than simulation alone.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50876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finite state machine governing the voting sequence: idle, voter-enabled, candidate-selected, and vote-locked.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320040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voter authorization through a latch-based enable mechanism supervised by a presiding officer.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48920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 candidate selection and vote tallying using combinational logic and register-based counters, independent of software conditionals.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68312" y="150876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hardware-enforced prevention of duplicate voting through gate-level lockout logic.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68312" y="320040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low-cost, budget-friendly prototype suitable for genuine deployment in a class or departmental election.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68312" y="48920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system through an actual live institutional election rather than a simulated demonstration.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 and Block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80848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0848" y="1600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Enable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28520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28520" y="1600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Latch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(Voter Enable)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76192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6192" y="1600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23864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3864" y="1600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Encoder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Decoder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71536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1536" y="1600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Register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(Tally Counters)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19208" y="1600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9208" y="1600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72488" y="2080260"/>
            <a:ext cx="25603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20160" y="2080260"/>
            <a:ext cx="25603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67832" y="2080260"/>
            <a:ext cx="25603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15504" y="2080260"/>
            <a:ext cx="25603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63176" y="2080260"/>
            <a:ext cx="25603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28520" y="33375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8520" y="33375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71536" y="33375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8171536" y="33375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Mode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(Result Readout)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74340" y="2560320"/>
            <a:ext cx="0" cy="7772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20160" y="3817620"/>
            <a:ext cx="4151376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17356" y="3337560"/>
            <a:ext cx="0" cy="-7772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verifies voter identity manually and triggers the enable latch.</a:t>
            </a:r>
            <a:endParaRPr lang="en-US" sz="1250" dirty="0"/>
          </a:p>
          <a:p>
            <a:pPr algn="l"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transitions to the voter-enabled state, permitting exactly one candidate selection.</a:t>
            </a:r>
            <a:endParaRPr lang="en-US" sz="1250" dirty="0"/>
          </a:p>
          <a:p>
            <a:pPr algn="l"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candidate's register is incremented; FSM enters vote-locked state and automatically resets the latch.</a:t>
            </a:r>
            <a:endParaRPr lang="en-US" sz="1250" dirty="0"/>
          </a:p>
          <a:p>
            <a:pPr algn="l"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key switch enters count mode, multiplexing register values to the display for result readout.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Hoque, M. M. (2014). A Simplified Electronic Voting Machine System. International Journal of Advanced Science and Technology.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Wolchok, S., Wustrow, E., Halderman, J. A., Prasad, H. K., Kankipati, A., Sakhamuri, S. K., Yagati, V., &amp; Gonggrijp, R. (2010). Security Analysis of India's Electronic Voting Machines. Proceedings of the ACM Conference on Computer and Communications Security (CCS).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Maheswari, K., &amp; Dhenakaran, S. S. (2017). Analysis of Voting Using EVM System. International Journal for Modern Trends in Science and Technology, 3(8), 32–36.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of Electronic Voting Machine Using Microcontroller. (2016). International Journal of Engineering Trends and Technology, 32(5).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Nisan, N., &amp; Schocken, S. (2005). The Elements of Computing Systems: Building a Modern Computer from First Principles. MIT Press. (Nand2Tetris course reference)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Government of India. Representation of the People Act, 1951, Section 61A — Provision for Electronic Voting Machines.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2026-08-05T06:16:35Z</dcterms:created>
  <dcterms:modified xsi:type="dcterms:W3CDTF">2026-08-05T06:16:35Z</dcterms:modified>
</cp:coreProperties>
</file>